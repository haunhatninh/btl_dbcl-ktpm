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testing trong Python và C#/.NET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 sánh công cụ và quy trình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Mục tiêu bài báo cáo:</a:t>
            </a:r>
          </a:p>
          <a:p>
            <a:r>
              <a:t>Tập trung vào thực hành và triển khai thực tế, bỏ qua các lý thuyết hàn lâm.</a:t>
            </a:r>
          </a:p>
          <a:p>
            <a:r>
              <a:t>Xây dựng một hệ thống phần mềm nhỏ (Calculator).</a:t>
            </a:r>
          </a:p>
          <a:p>
            <a:r>
              <a:t>Triển khai Unit testing cho hệ thống này trên 2 nền tảng: Python và C#/.NET.</a:t>
            </a:r>
          </a:p>
          <a:p>
            <a:r>
              <a:t>Tiến hành so sánh trực tiếp các công cụ: PyTest, Unittest (Python) và NUnit (C#).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Hệ thống thực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Bài toán: Xây dựng lớp Calculator</a:t>
            </a:r>
          </a:p>
          <a:p>
            <a:r>
              <a:t>Cung cấp các phép toán cơ bản: Cộng (Add), Trừ (Subtract), Nhân (Multiply), Chia (Divide).</a:t>
            </a:r>
          </a:p>
          <a:p>
            <a:r>
              <a:t>Đặc tả yêu cầu đặc biệt:</a:t>
            </a:r>
          </a:p>
          <a:p>
            <a:pPr lvl="1"/>
            <a:r>
              <a:t>Xử lý ngoại lệ (Exception Handling) khi chia cho 0.</a:t>
            </a:r>
          </a:p>
          <a:p>
            <a:pPr lvl="1"/>
            <a:r>
              <a:t>Đảm bảo tính chính xác với số âm và số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Môi trường và Công cụ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Môi trường phát triển đã setup:</a:t>
            </a:r>
          </a:p>
          <a:p>
            <a:r>
              <a:t>Python:</a:t>
            </a:r>
          </a:p>
          <a:p>
            <a:pPr lvl="1"/>
            <a:r>
              <a:t>Phiên bản: Python 3.12</a:t>
            </a:r>
          </a:p>
          <a:p>
            <a:pPr lvl="1"/>
            <a:r>
              <a:t>Thư viện Test: unittest (built-in) và pytest (v9.1)</a:t>
            </a:r>
          </a:p>
          <a:p>
            <a:r>
              <a:t>C# / .NET:</a:t>
            </a:r>
          </a:p>
          <a:p>
            <a:pPr lvl="1"/>
            <a:r>
              <a:t>Phiên bản: .NET 8 SDK</a:t>
            </a:r>
          </a:p>
          <a:p>
            <a:pPr lvl="1"/>
            <a:r>
              <a:t>Thư viện Test: NUnit 3 (sử dụng NUnit3TestAdapter)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 thực hiện (Đã làm gì?)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Các bước tiến hành:</a:t>
            </a:r>
          </a:p>
          <a:p>
            <a:r>
              <a:rPr sz="2400"/>
              <a:t>1. Code Base: Viết mã nguồn Calculator bằng Python và C#.</a:t>
            </a:r>
          </a:p>
          <a:p>
            <a:r>
              <a:rPr sz="2400"/>
              <a:t>2. Setup: Thiết lập Virtual Environment (Python) và cấu hình .csproj (C#).</a:t>
            </a:r>
          </a:p>
          <a:p>
            <a:r>
              <a:rPr sz="2400"/>
              <a:t>3. Viết Test Case: Viết các kịch bản test kiểm tra logic hàm tính toán và bắt ngoại lệ.</a:t>
            </a:r>
          </a:p>
          <a:p>
            <a:r>
              <a:rPr sz="2400"/>
              <a:t>4. Tự động hóa: Chạy lệnh test trên Terminal (pytest, dotnet test).</a:t>
            </a:r>
          </a:p>
          <a:p>
            <a:r>
              <a:rPr sz="2400"/>
              <a:t>5. Đánh giá: Ghi nhận thời gian chạy và cách báo lỗi của từng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Triển khai: Python Unittest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Đặc điểm implementation:</a:t>
            </a:r>
          </a:p>
          <a:p>
            <a:r>
              <a:t>Kế thừa class `unittest.TestCase`.</a:t>
            </a:r>
          </a:p>
          <a:p>
            <a:r>
              <a:t>Khởi tạo môi trường bằng hàm `setUp()`.</a:t>
            </a:r>
          </a:p>
          <a:p>
            <a:r>
              <a:t>Sử dụng các hàm có sẵn: `assertEqual()`, `assertRaises()`.</a:t>
            </a:r>
          </a:p>
          <a:p>
            <a:r>
              <a:t>Cách chạy: `python -m unittest test_calculator.py`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Triển khai: Python PyTest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Đặc điểm implementation:</a:t>
            </a:r>
          </a:p>
          <a:p>
            <a:r>
              <a:t>Viết code tinh gọn, không cần class boilerplate.</a:t>
            </a:r>
          </a:p>
          <a:p>
            <a:r>
              <a:t>Sử dụng từ khóa chuẩn của Python: `assert`.</a:t>
            </a:r>
          </a:p>
          <a:p>
            <a:r>
              <a:t>Sử dụng Decorator mạnh mẽ:</a:t>
            </a:r>
          </a:p>
          <a:p>
            <a:pPr lvl="1"/>
            <a:r>
              <a:t>`@pytest.fixture`: Để khởi tạo biến dùng chung (calc).</a:t>
            </a:r>
          </a:p>
          <a:p>
            <a:pPr lvl="1"/>
            <a:r>
              <a:t>`@pytest.mark.parametrize`: Để chạy 1 test case với nhiều bộ dữ liệu đầu vào.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Triển khai: C# NUnit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Đặc điểm implementation:</a:t>
            </a:r>
          </a:p>
          <a:p>
            <a:r>
              <a:rPr sz="2800"/>
              <a:t>Sử dụng Attribute (Annotations) để đánh dấu test.</a:t>
            </a:r>
          </a:p>
          <a:p>
            <a:r>
              <a:rPr sz="2800"/>
              <a:t>`[TestFixture]`: Đánh dấu class chứa test.</a:t>
            </a:r>
          </a:p>
          <a:p>
            <a:r>
              <a:rPr sz="2800"/>
              <a:t>`[SetUp]`: Tương đương setUp của unittest.</a:t>
            </a:r>
          </a:p>
          <a:p>
            <a:r>
              <a:rPr sz="2800"/>
              <a:t>`[TestCase(a, b, expected)]`: Tương đương parametrize của pytest, cấp data trực tiếp cho hàm.</a:t>
            </a:r>
          </a:p>
          <a:p>
            <a:r>
              <a:rPr sz="2800"/>
              <a:t>Khẳng định: `Assert.That(result, Is.EqualTo(expected))`.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chạy thực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Kết quả từ Terminal:</a:t>
            </a:r>
          </a:p>
          <a:p>
            <a:r>
              <a:t>Môi trường Python (PyTest &amp; Unittest):</a:t>
            </a:r>
          </a:p>
          <a:p>
            <a:pPr lvl="1"/>
            <a:r>
              <a:t>Đã chạy 8/8 tests (bao gồm 4 test parametrize).</a:t>
            </a:r>
          </a:p>
          <a:p>
            <a:pPr lvl="1"/>
            <a:r>
              <a:t>Kết quả: Pass 100%.</a:t>
            </a:r>
          </a:p>
          <a:p>
            <a:pPr lvl="1"/>
            <a:r>
              <a:t>Thời gian: ~0.09s.</a:t>
            </a:r>
          </a:p>
          <a:p>
            <a:r>
              <a:t>Môi trường C# (.NET NUnit):</a:t>
            </a:r>
          </a:p>
          <a:p>
            <a:pPr lvl="1"/>
            <a:r>
              <a:t>Đã chạy 5/5 tests.</a:t>
            </a:r>
          </a:p>
          <a:p>
            <a:pPr lvl="1"/>
            <a:r>
              <a:t>Kết quả: Pass 100%.</a:t>
            </a:r>
          </a:p>
          <a:p>
            <a:pPr lvl="1"/>
            <a:r>
              <a:t>Thời gian: ~30ms.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tích và So sánh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Trải nghiệm lập trình (Developer Experience):</a:t>
            </a:r>
          </a:p>
          <a:p>
            <a:r>
              <a:rPr sz="2800"/>
              <a:t>PyTest: Gọn gàng nhất, dễ đọc, tốn ít dòng code nhất. Data-driven test (parametrize) dễ cấu hình bằng mảng.</a:t>
            </a:r>
          </a:p>
          <a:p>
            <a:r>
              <a:rPr sz="2800"/>
              <a:t>Unittest: Khá cồng kềnh, bắt buộc viết theo hướng đối tượng, syntax assert dài.</a:t>
            </a:r>
          </a:p>
          <a:p>
            <a:r>
              <a:rPr sz="2800"/>
              <a:t>NUnit: Chặt chẽ (Strongly-typed), IntelliSense hỗ trợ tốt, Data-driven bằng Attribute [TestCase] cực kỳ trực quan.</a:t>
            </a:r>
          </a:p>
          <a:p>
            <a:r>
              <a:rPr sz="2800"/>
              <a:t>Tốc độ: Cả hai đều rất nhanh cho unit test mức cơ bản.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Đề xuất tiêu chí chọn công cụ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rPr sz="2400"/>
              <a:t>1. Dành cho Môi trường Đào tạo / Học tập:</a:t>
            </a:r>
          </a:p>
          <a:p>
            <a:pPr lvl="1"/>
            <a:r>
              <a:rPr sz="2400"/>
              <a:t>Nên chọn: PyTest (Python).</a:t>
            </a:r>
          </a:p>
          <a:p>
            <a:pPr lvl="1"/>
            <a:r>
              <a:rPr sz="2400"/>
              <a:t>Lý do: Giúp sinh viên tập trung vào tư duy test case (input/output/assert) thay vì tốn thời gian học cú pháp phức tạp và boilerplate code.</a:t>
            </a:r>
          </a:p>
          <a:p>
            <a:r>
              <a:rPr sz="2400"/>
              <a:t>2. Dành cho Dự án nhỏ/Doanh nghiệp:</a:t>
            </a:r>
          </a:p>
          <a:p>
            <a:pPr lvl="1"/>
            <a:r>
              <a:rPr sz="2400"/>
              <a:t>Phụ thuộc vào Tech Stack. Nếu dự án .NET -&gt; NUnit là tiêu chuẩn vàng, dễ tích hợp CI/CD.</a:t>
            </a:r>
          </a:p>
          <a:p>
            <a:pPr lvl="1"/>
            <a:r>
              <a:rPr sz="2400"/>
              <a:t>Nếu dự án Data/Backend Python -&gt; Pytest kết hợp pytest-cov để đo lường độ bao phủ (coverage).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Kết luận chung:</a:t>
            </a:r>
          </a:p>
          <a:p>
            <a:r>
              <a:t>Unit Testing không chỉ là việc bắt lỗi, mà là thiết kế kiến trúc phần mềm (Test-Driven Development).</a:t>
            </a:r>
          </a:p>
          <a:p>
            <a:r>
              <a:t>Công cụ nào cũng đáp ứng tốt các nghiệp vụ cơ bản, sự khác biệt nằm ở cách tổ chức code.</a:t>
            </a:r>
          </a:p>
          <a:p>
            <a:r>
              <a:t>Thực nghiệm chứng minh: Data-driven test (Parametrize/TestCase) là tính năng bắt buộc phải dùng để tối ưu hóa code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Cảm ơn Thầy/Cô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888</Words>
  <Application>Microsoft Office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Unit testing trong Python và C#/.NET</vt:lpstr>
      <vt:lpstr>Giới thiệu đề tài</vt:lpstr>
      <vt:lpstr>Hệ thống thực nghiệm</vt:lpstr>
      <vt:lpstr>Môi trường và Công cụ</vt:lpstr>
      <vt:lpstr>Quy trình thực hiện (Đã làm gì?)</vt:lpstr>
      <vt:lpstr>Triển khai: Python Unittest</vt:lpstr>
      <vt:lpstr>Triển khai: Python PyTest</vt:lpstr>
      <vt:lpstr>Triển khai: C# NUnit</vt:lpstr>
      <vt:lpstr>Kết quả chạy thực nghiệm</vt:lpstr>
      <vt:lpstr>Phân tích và So sánh</vt:lpstr>
      <vt:lpstr>Đề xuất tiêu chí chọn công cụ</vt:lpstr>
      <vt:lpstr>Tổng kết</vt:lpstr>
      <vt:lpstr>Cảm ơn Thầy/Cô và các bạn đã lắng nghe!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Ninh Hầu Nhật</cp:lastModifiedBy>
  <cp:revision>2</cp:revision>
  <dcterms:created xsi:type="dcterms:W3CDTF">2013-01-27T09:14:16Z</dcterms:created>
  <dcterms:modified xsi:type="dcterms:W3CDTF">2026-06-20T12:25:14Z</dcterms:modified>
  <cp:category/>
</cp:coreProperties>
</file>